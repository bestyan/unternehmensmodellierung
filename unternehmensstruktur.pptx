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15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88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199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230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520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23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635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7800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2657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07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5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9BFFC-F7A2-4A19-8D08-133E7F44AE38}" type="datetimeFigureOut">
              <a:rPr lang="de-DE" smtClean="0"/>
              <a:t>20.12.2018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87077-7AE6-4059-85A2-50BA3AA42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960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823601" y="204842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Verkaufsorganisation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SNO1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703921" y="204842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Buchungskreis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SNIP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6512233" y="204842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Einkaufsorganisation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SNE1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824670" y="1196752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Vertriebsweg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S3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824670" y="2132856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Sparte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S3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3703921" y="1196752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Werk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SNW2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3703921" y="2132856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Lagerort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SNL2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6512233" y="1196752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Versandstelle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SNV1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3703921" y="3068960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Lagernummer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002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3703921" y="4061315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Lagertyp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001 (Hochregallager)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3703921" y="5049180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Lagerbereich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001 (Gesamtbereich)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824671" y="6052487"/>
            <a:ext cx="1485886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Lagerplatz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WE-ZONE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7" name="Rechteck 16"/>
          <p:cNvSpPr/>
          <p:nvPr/>
        </p:nvSpPr>
        <p:spPr>
          <a:xfrm>
            <a:off x="2612978" y="6043558"/>
            <a:ext cx="1224137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Lagerplatz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01-10-01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4171972" y="6043558"/>
            <a:ext cx="1224137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Lagerplatz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01-10-…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Rechteck 18"/>
          <p:cNvSpPr/>
          <p:nvPr/>
        </p:nvSpPr>
        <p:spPr>
          <a:xfrm>
            <a:off x="5724128" y="6043558"/>
            <a:ext cx="1224137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Lagerplatz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01-10-05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7236296" y="6032680"/>
            <a:ext cx="1436177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Lagerplatz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WA-ZONE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22" name="Gerade Verbindung 21"/>
          <p:cNvCxnSpPr>
            <a:stCxn id="6" idx="2"/>
            <a:endCxn id="10" idx="0"/>
          </p:cNvCxnSpPr>
          <p:nvPr/>
        </p:nvCxnSpPr>
        <p:spPr>
          <a:xfrm>
            <a:off x="4784041" y="852914"/>
            <a:ext cx="0" cy="343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>
            <a:stCxn id="10" idx="2"/>
            <a:endCxn id="11" idx="0"/>
          </p:cNvCxnSpPr>
          <p:nvPr/>
        </p:nvCxnSpPr>
        <p:spPr>
          <a:xfrm>
            <a:off x="4784041" y="1844824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/>
          <p:cNvCxnSpPr>
            <a:stCxn id="11" idx="2"/>
            <a:endCxn id="13" idx="0"/>
          </p:cNvCxnSpPr>
          <p:nvPr/>
        </p:nvCxnSpPr>
        <p:spPr>
          <a:xfrm>
            <a:off x="4784041" y="2780928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>
            <a:stCxn id="13" idx="2"/>
            <a:endCxn id="14" idx="0"/>
          </p:cNvCxnSpPr>
          <p:nvPr/>
        </p:nvCxnSpPr>
        <p:spPr>
          <a:xfrm>
            <a:off x="4784041" y="3717032"/>
            <a:ext cx="0" cy="344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>
            <a:stCxn id="14" idx="2"/>
            <a:endCxn id="15" idx="0"/>
          </p:cNvCxnSpPr>
          <p:nvPr/>
        </p:nvCxnSpPr>
        <p:spPr>
          <a:xfrm>
            <a:off x="4784041" y="4709387"/>
            <a:ext cx="0" cy="339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>
            <a:stCxn id="15" idx="2"/>
            <a:endCxn id="18" idx="0"/>
          </p:cNvCxnSpPr>
          <p:nvPr/>
        </p:nvCxnSpPr>
        <p:spPr>
          <a:xfrm>
            <a:off x="4784041" y="5697252"/>
            <a:ext cx="0" cy="346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/>
        </p:nvCxnSpPr>
        <p:spPr>
          <a:xfrm>
            <a:off x="3225047" y="5870405"/>
            <a:ext cx="31111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/>
          <p:cNvCxnSpPr/>
          <p:nvPr/>
        </p:nvCxnSpPr>
        <p:spPr>
          <a:xfrm>
            <a:off x="1884244" y="5697252"/>
            <a:ext cx="1" cy="355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7"/>
          <p:cNvCxnSpPr/>
          <p:nvPr/>
        </p:nvCxnSpPr>
        <p:spPr>
          <a:xfrm>
            <a:off x="7592353" y="5708130"/>
            <a:ext cx="0" cy="335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9"/>
          <p:cNvCxnSpPr>
            <a:stCxn id="19" idx="0"/>
          </p:cNvCxnSpPr>
          <p:nvPr/>
        </p:nvCxnSpPr>
        <p:spPr>
          <a:xfrm flipH="1" flipV="1">
            <a:off x="6336196" y="5870405"/>
            <a:ext cx="1" cy="173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41"/>
          <p:cNvCxnSpPr>
            <a:stCxn id="17" idx="0"/>
          </p:cNvCxnSpPr>
          <p:nvPr/>
        </p:nvCxnSpPr>
        <p:spPr>
          <a:xfrm flipH="1" flipV="1">
            <a:off x="3225046" y="5870405"/>
            <a:ext cx="1" cy="173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/>
          <p:cNvCxnSpPr>
            <a:stCxn id="5" idx="2"/>
            <a:endCxn id="8" idx="0"/>
          </p:cNvCxnSpPr>
          <p:nvPr/>
        </p:nvCxnSpPr>
        <p:spPr>
          <a:xfrm>
            <a:off x="1903721" y="852914"/>
            <a:ext cx="1069" cy="343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45"/>
          <p:cNvCxnSpPr>
            <a:stCxn id="8" idx="2"/>
            <a:endCxn id="9" idx="0"/>
          </p:cNvCxnSpPr>
          <p:nvPr/>
        </p:nvCxnSpPr>
        <p:spPr>
          <a:xfrm>
            <a:off x="1904790" y="1844824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/>
          <p:cNvCxnSpPr/>
          <p:nvPr/>
        </p:nvCxnSpPr>
        <p:spPr>
          <a:xfrm flipH="1">
            <a:off x="2983841" y="1844824"/>
            <a:ext cx="72008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/>
          <p:cNvCxnSpPr>
            <a:stCxn id="5" idx="3"/>
            <a:endCxn id="6" idx="1"/>
          </p:cNvCxnSpPr>
          <p:nvPr/>
        </p:nvCxnSpPr>
        <p:spPr>
          <a:xfrm>
            <a:off x="2983841" y="528878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51"/>
          <p:cNvCxnSpPr>
            <a:stCxn id="6" idx="3"/>
            <a:endCxn id="7" idx="1"/>
          </p:cNvCxnSpPr>
          <p:nvPr/>
        </p:nvCxnSpPr>
        <p:spPr>
          <a:xfrm>
            <a:off x="5864161" y="528878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53"/>
          <p:cNvCxnSpPr>
            <a:stCxn id="10" idx="3"/>
            <a:endCxn id="12" idx="1"/>
          </p:cNvCxnSpPr>
          <p:nvPr/>
        </p:nvCxnSpPr>
        <p:spPr>
          <a:xfrm>
            <a:off x="5864161" y="1520788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55"/>
          <p:cNvCxnSpPr/>
          <p:nvPr/>
        </p:nvCxnSpPr>
        <p:spPr>
          <a:xfrm flipV="1">
            <a:off x="5864161" y="852914"/>
            <a:ext cx="648072" cy="343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hteck 58"/>
          <p:cNvSpPr/>
          <p:nvPr/>
        </p:nvSpPr>
        <p:spPr>
          <a:xfrm>
            <a:off x="824670" y="4061315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Lagertyp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902 (WE-Zone)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0" name="Rechteck 59"/>
          <p:cNvSpPr/>
          <p:nvPr/>
        </p:nvSpPr>
        <p:spPr>
          <a:xfrm>
            <a:off x="6512233" y="4061315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Lagertyp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910 (WA-Zone)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1" name="Rechteck 60"/>
          <p:cNvSpPr/>
          <p:nvPr/>
        </p:nvSpPr>
        <p:spPr>
          <a:xfrm>
            <a:off x="824670" y="5049180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Lagerbereich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WEZ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2" name="Rechteck 61"/>
          <p:cNvSpPr/>
          <p:nvPr/>
        </p:nvSpPr>
        <p:spPr>
          <a:xfrm>
            <a:off x="6512233" y="5049180"/>
            <a:ext cx="21602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Lagerbereich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WAZ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66" name="Gerade Verbindung 65"/>
          <p:cNvCxnSpPr/>
          <p:nvPr/>
        </p:nvCxnSpPr>
        <p:spPr>
          <a:xfrm flipV="1">
            <a:off x="2983841" y="3717032"/>
            <a:ext cx="720080" cy="3442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67"/>
          <p:cNvCxnSpPr/>
          <p:nvPr/>
        </p:nvCxnSpPr>
        <p:spPr>
          <a:xfrm>
            <a:off x="5864161" y="3717032"/>
            <a:ext cx="648072" cy="344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69"/>
          <p:cNvCxnSpPr>
            <a:stCxn id="59" idx="2"/>
            <a:endCxn id="61" idx="0"/>
          </p:cNvCxnSpPr>
          <p:nvPr/>
        </p:nvCxnSpPr>
        <p:spPr>
          <a:xfrm>
            <a:off x="1904790" y="4709387"/>
            <a:ext cx="0" cy="339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71"/>
          <p:cNvCxnSpPr>
            <a:stCxn id="60" idx="2"/>
            <a:endCxn id="62" idx="0"/>
          </p:cNvCxnSpPr>
          <p:nvPr/>
        </p:nvCxnSpPr>
        <p:spPr>
          <a:xfrm>
            <a:off x="7592353" y="4709387"/>
            <a:ext cx="0" cy="339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927092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Bildschirmpräsentation (4:3)</PresentationFormat>
  <Paragraphs>40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Bastian</dc:creator>
  <cp:lastModifiedBy>Bastian</cp:lastModifiedBy>
  <cp:revision>3</cp:revision>
  <dcterms:created xsi:type="dcterms:W3CDTF">2018-12-20T09:49:50Z</dcterms:created>
  <dcterms:modified xsi:type="dcterms:W3CDTF">2018-12-20T10:19:04Z</dcterms:modified>
</cp:coreProperties>
</file>